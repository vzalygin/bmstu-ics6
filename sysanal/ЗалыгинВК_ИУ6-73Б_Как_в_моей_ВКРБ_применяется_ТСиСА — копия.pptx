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CA5F8-00B0-4392-BB83-82D0BE7EF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Компилятор стекового языка программирования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532DADD-E8B3-4368-A1B6-09F2128654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Calibri" panose="020F0502020204030204" pitchFamily="34" charset="0"/>
                <a:cs typeface="Calibri" panose="020F0502020204030204" pitchFamily="34" charset="0"/>
              </a:rPr>
              <a:t>Залыгин Вячеслав, ИУ6-73Б</a:t>
            </a:r>
            <a:endParaRPr lang="ru-RU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89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dirty="0"/>
              <a:t>Проблематика и мотивация ВКРБ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" y="1736521"/>
            <a:ext cx="11241248" cy="3632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Стековые языки компактны и близки к модели “программа как преобразование стека”, но повышают риск ошибок класса “не тот тип/не та высота стека” (особенно при ветвлениях и циклах). </a:t>
            </a:r>
          </a:p>
          <a:p>
            <a:pPr marL="0" indent="0">
              <a:buNone/>
            </a:pPr>
            <a:r>
              <a:rPr lang="ru-RU" dirty="0"/>
              <a:t>Для прикладного использования важны:</a:t>
            </a:r>
          </a:p>
          <a:p>
            <a:r>
              <a:rPr lang="ru-RU" dirty="0"/>
              <a:t>раннее обнаружение ошибок (до запуска),</a:t>
            </a:r>
          </a:p>
          <a:p>
            <a:r>
              <a:rPr lang="ru-RU" dirty="0"/>
              <a:t>предсказуемая модель исполнения,</a:t>
            </a:r>
          </a:p>
          <a:p>
            <a:r>
              <a:rPr lang="ru-RU" dirty="0"/>
              <a:t>возможность оптимизаций (уменьшение диспетчеризации, снижение количества операций со стеком).</a:t>
            </a:r>
          </a:p>
          <a:p>
            <a:pPr marL="0" indent="0">
              <a:buNone/>
            </a:pPr>
            <a:r>
              <a:rPr lang="ru-RU" dirty="0"/>
              <a:t>Поэтому компилятор должен быть спроектирован как система с явными требованиями, моделями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87118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dirty="0"/>
              <a:t>Проблематика и мотивация ВКРБ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" y="1736521"/>
            <a:ext cx="11241248" cy="36324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Цель: спроектировать и реализовать прототип компилятора стекового ЯП, обеспечивающий корректность трансляции и основу для оптимизаций.</a:t>
            </a:r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r>
              <a:rPr lang="ru-RU" dirty="0"/>
              <a:t>сформировать требования:</a:t>
            </a:r>
          </a:p>
          <a:p>
            <a:pPr lvl="1"/>
            <a:r>
              <a:rPr lang="ru-RU" dirty="0"/>
              <a:t>функциональные: трансляция, диагностика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нефункциональные: производительность, переносимость, тестируемость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выбрать модель исполнения: интерпретатор, </a:t>
            </a:r>
            <a:r>
              <a:rPr lang="ru-RU" dirty="0" err="1"/>
              <a:t>байткод</a:t>
            </a:r>
            <a:r>
              <a:rPr lang="ru-RU" dirty="0"/>
              <a:t>-ВМ, генерация целевого кода (например, </a:t>
            </a:r>
            <a:r>
              <a:rPr lang="ru-RU" dirty="0" err="1"/>
              <a:t>Wasm</a:t>
            </a:r>
            <a:r>
              <a:rPr lang="ru-RU" dirty="0"/>
              <a:t>)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спроектировать подсистемы компилятора: </a:t>
            </a:r>
            <a:r>
              <a:rPr lang="ru-RU" dirty="0" err="1"/>
              <a:t>фронтенд</a:t>
            </a:r>
            <a:r>
              <a:rPr lang="ru-RU" dirty="0"/>
              <a:t> → анализ → IR → оптимизации → бэкенд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определить механизм верификации программ: нотация 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effects</a:t>
            </a:r>
            <a:r>
              <a:rPr lang="ru-RU" dirty="0"/>
              <a:t> , статическая проверка, нормативная валидация (по аналогии с языками программирования </a:t>
            </a:r>
            <a:r>
              <a:rPr lang="ru-RU" dirty="0" err="1"/>
              <a:t>Factor</a:t>
            </a:r>
            <a:r>
              <a:rPr lang="ru-RU" dirty="0"/>
              <a:t>, </a:t>
            </a:r>
            <a:r>
              <a:rPr lang="ru-RU" dirty="0" err="1"/>
              <a:t>Cat</a:t>
            </a:r>
            <a:r>
              <a:rPr lang="ru-RU" dirty="0"/>
              <a:t>, </a:t>
            </a:r>
            <a:r>
              <a:rPr lang="ru-RU" dirty="0" err="1"/>
              <a:t>Wasm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159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87A43-A0EE-4CF6-807C-4449C11D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394" y="365522"/>
            <a:ext cx="11241248" cy="752451"/>
          </a:xfrm>
        </p:spPr>
        <p:txBody>
          <a:bodyPr>
            <a:normAutofit/>
          </a:bodyPr>
          <a:lstStyle/>
          <a:p>
            <a:r>
              <a:rPr lang="ru-RU" dirty="0"/>
              <a:t>Объект, предмет и границы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D5A7D6-98E4-4AA7-B817-C0C42612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394" y="1736521"/>
            <a:ext cx="11241248" cy="36324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Объект: компилятор стекового языка как информационная система.</a:t>
            </a:r>
          </a:p>
          <a:p>
            <a:pPr marL="0" indent="0">
              <a:buNone/>
            </a:pPr>
            <a:r>
              <a:rPr lang="ru-RU" dirty="0"/>
              <a:t>Предмет: архитектура и процессы трансляции; модели данных (AST/IR/таблицы); анализ корректности и оптимизации.</a:t>
            </a:r>
          </a:p>
          <a:p>
            <a:pPr marL="0" indent="0">
              <a:buNone/>
            </a:pPr>
            <a:r>
              <a:rPr lang="ru-RU" dirty="0"/>
              <a:t>Границы:</a:t>
            </a:r>
          </a:p>
          <a:p>
            <a:r>
              <a:rPr lang="ru-RU" dirty="0"/>
              <a:t>внутри системы: </a:t>
            </a:r>
            <a:r>
              <a:rPr lang="ru-RU" dirty="0" err="1"/>
              <a:t>лексер</a:t>
            </a:r>
            <a:r>
              <a:rPr lang="ru-RU" dirty="0"/>
              <a:t> → парсер → таблица </a:t>
            </a:r>
            <a:r>
              <a:rPr lang="en-US" dirty="0"/>
              <a:t>“</a:t>
            </a:r>
            <a:r>
              <a:rPr lang="ru-RU" dirty="0"/>
              <a:t>слов</a:t>
            </a:r>
            <a:r>
              <a:rPr lang="en-US" dirty="0"/>
              <a:t>”</a:t>
            </a:r>
            <a:r>
              <a:rPr lang="ru-RU" dirty="0"/>
              <a:t>/символов → анализ эффектов стека/типов → IR → оптимизации → генератор кода → отчёт диагностики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внешняя среда: разработчик (исходный код), целевая платформа, файловая система, стандартные библиотеки/импорты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328391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TM10001115[[fn=Посылка]]</Template>
  <TotalTime>18</TotalTime>
  <Words>274</Words>
  <Application>Microsoft Office PowerPoint</Application>
  <PresentationFormat>Широкоэкранный</PresentationFormat>
  <Paragraphs>24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Gill Sans MT</vt:lpstr>
      <vt:lpstr>Посылка</vt:lpstr>
      <vt:lpstr>Компилятор стекового языка программирования</vt:lpstr>
      <vt:lpstr>Проблематика и мотивация ВКРБ</vt:lpstr>
      <vt:lpstr>Проблематика и мотивация ВКРБ</vt:lpstr>
      <vt:lpstr>Объект, предмет и границы системы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Компилятор стекового языка программирования</dc:title>
  <dc:creator>Залыгин Вячеслав</dc:creator>
  <cp:lastModifiedBy>Залыгин Вячеслав</cp:lastModifiedBy>
  <cp:revision>3</cp:revision>
  <dcterms:created xsi:type="dcterms:W3CDTF">2025-12-17T16:21:44Z</dcterms:created>
  <dcterms:modified xsi:type="dcterms:W3CDTF">2025-12-17T16:40:30Z</dcterms:modified>
</cp:coreProperties>
</file>